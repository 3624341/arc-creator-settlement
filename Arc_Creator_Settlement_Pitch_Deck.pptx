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161616"/>
                </a:solidFill>
              </a:rPr>
              <a:t>Arc Creator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161616"/>
                </a:solidFill>
              </a:rPr>
              <a:t>Settlement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F6A61"/>
                </a:solidFill>
              </a:rPr>
              <a:t>Programmable USDC settlement infrastructure on Arc for global creators, freelancers, and marketplace payments.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237744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B2BD9"/>
                </a:solidFill>
              </a:rPr>
              <a:t>Circle Grants · Arc Testnet MVP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29400" y="1143000"/>
            <a:ext cx="4389120" cy="443484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Milestone Escrow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Contract accepted     200 USDC     Paid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Content produced      300 USDC     Submitted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Content published     300 USDC     Next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Campaign completed    200 USDC     Queued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The payment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Creator and freelance work has moved global. Settlement infrastructure still behaves local.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The problem is not accepting payment.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The problem is trusted, milestone-based settlement.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37960" y="1325880"/>
            <a:ext cx="42519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Manual invoices and approvals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7960" y="2286000"/>
            <a:ext cx="42519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Bank and FX settlement delays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3246120"/>
            <a:ext cx="42519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Marketplaces forced into custodial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4206240"/>
            <a:ext cx="42519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Creators wait without clear payment status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A contract-native payment flow built around USDC and Arc.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</a:rPr>
              <a:t>Turn each agreement into a funded USDC escrow.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16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6A61"/>
                </a:solidFill>
              </a:rPr>
              <a:t>Client funds once. Creator submits work. Client approves. The smart contract releases USDC by milestone.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7960" y="2331720"/>
            <a:ext cx="7772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83880" y="2331720"/>
            <a:ext cx="7772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29800" y="2331720"/>
            <a:ext cx="5486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32120" y="196596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Client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funds USDC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804672" cy="731520"/>
          </a:xfrm>
          <a:prstGeom prst="roundRect">
            <a:avLst>
              <a:gd name="adj" fmla="val 15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Arc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escrow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0" y="1965960"/>
            <a:ext cx="868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Approve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milestone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78440" y="1965960"/>
            <a:ext cx="987552" cy="731520"/>
          </a:xfrm>
          <a:prstGeom prst="roundRect">
            <a:avLst>
              <a:gd name="adj" fmla="val 15000"/>
            </a:avLst>
          </a:prstGeom>
          <a:solidFill>
            <a:srgbClr val="55EAD4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Creator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receives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3794760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settlement becomes transparent, programmable, and marketplace-ready.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MVP product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Six screens, one complete settlement loop.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773936" y="2743200"/>
            <a:ext cx="731520" cy="0"/>
          </a:xfrm>
          <a:prstGeom prst="line">
            <a:avLst/>
          </a:prstGeom>
          <a:noFill/>
          <a:ln w="1397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639312" y="2743200"/>
            <a:ext cx="731520" cy="0"/>
          </a:xfrm>
          <a:prstGeom prst="line">
            <a:avLst/>
          </a:prstGeom>
          <a:noFill/>
          <a:ln w="1397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04688" y="2743200"/>
            <a:ext cx="731520" cy="0"/>
          </a:xfrm>
          <a:prstGeom prst="line">
            <a:avLst/>
          </a:prstGeom>
          <a:noFill/>
          <a:ln w="1397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70064" y="2743200"/>
            <a:ext cx="731520" cy="0"/>
          </a:xfrm>
          <a:prstGeom prst="line">
            <a:avLst/>
          </a:prstGeom>
          <a:noFill/>
          <a:ln w="1397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35440" y="2743200"/>
            <a:ext cx="731520" cy="0"/>
          </a:xfrm>
          <a:prstGeom prst="line">
            <a:avLst/>
          </a:prstGeom>
          <a:noFill/>
          <a:ln w="1397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9808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Wallet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15184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Create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5936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Deposit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Milestones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76688" y="2395728"/>
            <a:ext cx="102412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616"/>
                </a:solidFill>
              </a:rPr>
              <a:t>Grant reviewers can see the product, the code, and the actual Arc transactions in one short demo.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Arc is the settlement layer; Circle products are core infrastructure, not decoration.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063240" y="2148840"/>
            <a:ext cx="12344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0" y="2148840"/>
            <a:ext cx="12344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09560" y="2148840"/>
            <a:ext cx="1234440" cy="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417320" y="1719072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Client 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Marketplace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5968" y="1719072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55EAD4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Circle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Wallets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1719072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Arc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Escrow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0" y="1719072"/>
            <a:ext cx="1325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Creator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Wallet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2834640"/>
            <a:ext cx="0" cy="77724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96912" y="2834640"/>
            <a:ext cx="0" cy="777240"/>
          </a:xfrm>
          <a:prstGeom prst="line">
            <a:avLst/>
          </a:prstGeom>
          <a:noFill/>
          <a:ln w="15240">
            <a:solidFill>
              <a:srgbClr val="6F6A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069080" y="37033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Circle Contracts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Deployment +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703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Circle Gateway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</a:rPr>
              <a:t>Cross-chain USDC funding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Why Arc + Circle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The product needs stable settlement infrastructure from the first transaction.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USDC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06040" y="1417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A61"/>
                </a:solidFill>
              </a:rPr>
              <a:t>Stable unit of account for contracts and milestone releases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B2BD9"/>
                </a:solidFill>
              </a:rPr>
              <a:t>Arc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6040" y="21488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A61"/>
                </a:solidFill>
              </a:rPr>
              <a:t>Fast financial execution layer for programmable settlement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Wallets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6040" y="2880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A61"/>
                </a:solidFill>
              </a:rPr>
              <a:t>Onboarding path for non-crypto-native clients and creators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B2BD9"/>
                </a:solidFill>
              </a:rPr>
              <a:t>Contracts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36118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A61"/>
                </a:solidFill>
              </a:rPr>
              <a:t>Deployment and management path for smart contract infrastructure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3434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43434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A61"/>
                </a:solidFill>
              </a:rPr>
              <a:t>Roadmap path for unified cross-chain USDC funding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Initial market wedge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Start focused, then become settlement infrastructure.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1616"/>
                </a:solidFill>
              </a:rPr>
              <a:t>Creator, influencer, casting, design, development, and freelance work all share one repeated pattern: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34440" y="2423160"/>
            <a:ext cx="9509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</a:rPr>
              <a:t>Scope → Fund → Deliver → Approve → Settle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F6A61"/>
                </a:solidFill>
              </a:rPr>
              <a:t>The first wedge is creator/casting workflows because they are already milestone-based and cross-border. The infrastructure can later support any marketplace needing programmable payout logic.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From working MVP to marketplace-grade infrastructure.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34416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Arc Testnet MVP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36245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A61"/>
                </a:solidFill>
              </a:rPr>
              <a:t>Escrow contracts, USDC flow, ArcScan links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07568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Circle onboarding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209397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A61"/>
                </a:solidFill>
              </a:rPr>
              <a:t>Wallets and contract deployment workflows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82549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A61"/>
                </a:solidFill>
              </a:rPr>
              <a:t>Event indexing, analytics, public settlement 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53872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Gateway funding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355701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A61"/>
                </a:solidFill>
              </a:rPr>
              <a:t>Cross-chain USDC into Arc escrow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428853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A61"/>
                </a:solidFill>
              </a:rPr>
              <a:t>Creator/freelance/casting pilot and integration SDK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1616"/>
                </a:solidFill>
              </a:rPr>
              <a:t>Grant 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941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1"/>
                </a:solidFill>
              </a:rPr>
              <a:t>Funding accelerates the path from demo to production-grade Arc infrastructure.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Circle Wallets, Gateway, contract deployment, 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1554480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Security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Smart contract testing, review, edge-case hardening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B8FF42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Analytics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Event indexing and public settlement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3063240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Pilot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</a:rPr>
              <a:t>Creator/freelance/casting workflow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5212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The grant directly creates measurable Arc usage: deployed escrows, USDC deposits, milestone releases, and marketplace-ready settlement documentation.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2BD9"/>
                </a:solidFill>
              </a:rPr>
              <a:t>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61616"/>
                </a:solidFill>
              </a:rPr>
              <a:t>Support us in shipping programmable USDC settlement infrastructure on Arc.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F6A61"/>
                </a:solidFill>
              </a:rPr>
              <a:t>Arc Creator Settlement starts with creators and freelancers, then expands into an API/SDK layer for marketplaces that need transparent milestone payments.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800600"/>
            <a:ext cx="384048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solidFill>
              <a:srgbClr val="E8E2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B2BD9"/>
                </a:solidFill>
              </a:rPr>
              <a:t>USDC · Arc · Wallets · Contracts · Gateway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246888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161616"/>
          </a:solidFill>
          <a:ln>
            <a:solidFill>
              <a:srgbClr val="E8E2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step: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 Testnet deployment + public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Arc Creator Settlement</dc:creator>
  <cp:lastModifiedBy>Arc Creator Settlement</cp:lastModifiedBy>
  <cp:revision>1</cp:revision>
  <dcterms:created xsi:type="dcterms:W3CDTF">2026-08-25T12:20:25Z</dcterms:created>
  <dcterms:modified xsi:type="dcterms:W3CDTF">2026-08-25T12:20:25Z</dcterms:modified>
</cp:coreProperties>
</file>